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9976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3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57" d="100"/>
          <a:sy n="57" d="100"/>
        </p:scale>
        <p:origin x="2240" y="152"/>
      </p:cViewPr>
      <p:guideLst>
        <p:guide orient="horz" pos="4762"/>
        <p:guide pos="3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474395"/>
            <a:ext cx="9179799" cy="5263774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941160"/>
            <a:ext cx="8099822" cy="36503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016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71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769342"/>
            <a:ext cx="9314796" cy="6289229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0118069"/>
            <a:ext cx="9314796" cy="330735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76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024827"/>
            <a:ext cx="4589899" cy="95930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024827"/>
            <a:ext cx="4589899" cy="95930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823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804969"/>
            <a:ext cx="9314796" cy="29223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706342"/>
            <a:ext cx="4568805" cy="181642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522763"/>
            <a:ext cx="4568805" cy="8123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706342"/>
            <a:ext cx="4591306" cy="181642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522763"/>
            <a:ext cx="4591306" cy="8123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502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19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2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07957"/>
            <a:ext cx="3483205" cy="3527848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176910"/>
            <a:ext cx="5467380" cy="10744538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535805"/>
            <a:ext cx="3483205" cy="8403140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147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07957"/>
            <a:ext cx="3483205" cy="3527848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176910"/>
            <a:ext cx="5467380" cy="10744538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535805"/>
            <a:ext cx="3483205" cy="8403140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6953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67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804966"/>
            <a:ext cx="2328699" cy="128129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804966"/>
            <a:ext cx="6851100" cy="128129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173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804969"/>
            <a:ext cx="9314796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024827"/>
            <a:ext cx="9314796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4013401"/>
            <a:ext cx="242994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41A98-34EA-8F47-8699-DD252BBBF4B0}" type="datetimeFigureOut">
              <a:rPr kumimoji="1" lang="zh-CN" altLang="en-US" smtClean="0"/>
              <a:t>2025/12/6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4013401"/>
            <a:ext cx="3644920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4013401"/>
            <a:ext cx="242994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60A08-9021-8E44-B043-7904BE5D1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11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3035FEC-D88E-310A-2B92-AF6C29DCD1CA}"/>
              </a:ext>
            </a:extLst>
          </p:cNvPr>
          <p:cNvSpPr/>
          <p:nvPr/>
        </p:nvSpPr>
        <p:spPr>
          <a:xfrm>
            <a:off x="-1" y="0"/>
            <a:ext cx="10799763" cy="26025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897F6089-8B1F-96D9-7069-064DE3753FD5}"/>
              </a:ext>
            </a:extLst>
          </p:cNvPr>
          <p:cNvCxnSpPr/>
          <p:nvPr/>
        </p:nvCxnSpPr>
        <p:spPr>
          <a:xfrm>
            <a:off x="3542463" y="2602523"/>
            <a:ext cx="0" cy="12516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612C91A-3B13-72B7-C17A-2F75EE4DD822}"/>
              </a:ext>
            </a:extLst>
          </p:cNvPr>
          <p:cNvCxnSpPr/>
          <p:nvPr/>
        </p:nvCxnSpPr>
        <p:spPr>
          <a:xfrm>
            <a:off x="7282126" y="2602523"/>
            <a:ext cx="0" cy="12516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243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郑晓旸</dc:creator>
  <cp:lastModifiedBy>郑晓旸</cp:lastModifiedBy>
  <cp:revision>1</cp:revision>
  <dcterms:created xsi:type="dcterms:W3CDTF">2025-12-06T21:58:52Z</dcterms:created>
  <dcterms:modified xsi:type="dcterms:W3CDTF">2025-12-06T23:23:21Z</dcterms:modified>
</cp:coreProperties>
</file>